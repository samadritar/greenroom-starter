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PM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Capture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6D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disputes on Wednesday, not Friday.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548640" cy="36576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deal capture flow that turns an LLM-extracted email into a mutually confirmed source of truth, before show night.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Samadrita Roy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Greenroom · 5-slide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is six problems wearing one name.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them are downstream of one root cause: the deal was never structurally captured. Fix capture and every other surface gets cheaper.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 ·  downstream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0233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723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a.m. walkthrough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Post-show agent comms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0599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 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331720"/>
            <a:ext cx="4023360" cy="2331720"/>
          </a:xfrm>
          <a:prstGeom prst="rect">
            <a:avLst/>
          </a:prstGeom>
          <a:solidFill>
            <a:srgbClr val="F4E4DF"/>
          </a:solidFill>
          <a:ln w="12700">
            <a:solidFill>
              <a:srgbClr val="F4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331720"/>
            <a:ext cx="54864" cy="233172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 ·  upstream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788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capture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74920" y="338328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 deal first becomes real in the system. If both sides aren't working from the same interpretation here, every later surface is built on sand.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Greenroom · Applied AI PM Case Study · Samadrita Roy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queried the database before building anything.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dispute state had decoupled from reality. The system was tracking stale state, and downstream reports were reading the lie.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16/16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marked “disputed”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artist sign-off text that read as positive resolution.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103120"/>
            <a:ext cx="4297680" cy="210312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03120"/>
            <a:ext cx="54864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240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ARTISTS ACTUALLY WROTE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256032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“Looks good.”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“ok wire monday.”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“sign off.”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“OK.”   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 the new source-of-truth record holds the agent’s confirmation inside it. There is no separate status field for the system to lie with.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Greenroom · Applied AI PM Case Study · Samadrita Roy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→ Extract → Resolve → Confirm.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pastes the agent’s email. An LLM returns structured terms with source quotes. Money-changing ambiguities surface with their dollar consequence. The agent confirms in one click.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" y="2194560"/>
            <a:ext cx="2011680" cy="2331720"/>
          </a:xfrm>
          <a:prstGeom prst="rect">
            <a:avLst/>
          </a:prstGeom>
          <a:solidFill>
            <a:srgbClr val="FAFAF8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3212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53212" y="3127248"/>
            <a:ext cx="457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" y="324612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clicks Capture deal and pastes the agent email. The exact artifact she already negotiates against.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00884" y="2194560"/>
            <a:ext cx="2011680" cy="2331720"/>
          </a:xfrm>
          <a:prstGeom prst="rect">
            <a:avLst/>
          </a:prstGeom>
          <a:solidFill>
            <a:srgbClr val="FAFAF8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3764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83764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83764" y="3127248"/>
            <a:ext cx="457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3764" y="324612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terms with source quotes. Blue = clean extraction. Amber = unresolved ambiguity. Every term traces back to the original language.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1436" y="2194560"/>
            <a:ext cx="2011680" cy="2331720"/>
          </a:xfrm>
          <a:prstGeom prst="rect">
            <a:avLst/>
          </a:prstGeom>
          <a:solidFill>
            <a:srgbClr val="FAFAF8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4316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4316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14316" y="3127248"/>
            <a:ext cx="457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4316" y="324612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ambiguity card surfaces its dollar swing and offers two paths: Ask the agent (pre-drafted email) or I know the answer (inline form).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1988" y="2194560"/>
            <a:ext cx="2011680" cy="2331720"/>
          </a:xfrm>
          <a:prstGeom prst="rect">
            <a:avLst/>
          </a:prstGeom>
          <a:solidFill>
            <a:srgbClr val="FAFAF8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4868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4868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44868" y="3127248"/>
            <a:ext cx="457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4868" y="324612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becomes the source-of-truth record, signed and timestamped. A two-sided agreement, not a one-sided form fill.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deliberately cut:  no settlement calculator · no agent-facing app · no 2 a.m. walkthrough UI · no write-back to legacy fields.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Greenroom · Applied AI PM Case Study · Samadrita Roy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WHAT’S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I’d know this is real.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TEST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extraction prompt across 24 months of notes_freetext at The Crescent. Hypothesis: ≥70% of past disputes trace back to an ambiguity the system would have caught at capture. Below 50% = wedge is weaker; rework.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quarter at The Crescent. Track time to first sent clarification (adoption) and end-of-show dispute rate (impact). &gt;⅓ drop → multi-venue rollout.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4023360" cy="3108960"/>
          </a:xfrm>
          <a:prstGeom prst="rect">
            <a:avLst/>
          </a:prstGeom>
          <a:solidFill>
            <a:srgbClr val="F4E4DF"/>
          </a:solidFill>
          <a:ln w="12700">
            <a:solidFill>
              <a:srgbClr val="F4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54864" cy="31089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6916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I’D SHIP NEXT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math engine on top of the confirmed deal, with every line traceable to a clause.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outbound email + reply parsing to replace the mocked agent loop.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154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confirmation page so the agent confirms in one click, no composing required.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5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dashboard for Pri: flagged ambiguities versus actual disputes, across the customer base.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Greenroom · Applied AI PM Case Study · Samadrita Roy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Capture — Greenroom Case Study</dc:title>
  <dc:subject>PptxGenJS Presentation</dc:subject>
  <dc:creator>Samadrita Roy</dc:creator>
  <cp:lastModifiedBy>Samadrita Roy</cp:lastModifiedBy>
  <cp:revision>1</cp:revision>
  <dcterms:created xsi:type="dcterms:W3CDTF">2026-05-15T05:58:34Z</dcterms:created>
  <dcterms:modified xsi:type="dcterms:W3CDTF">2026-05-15T05:58:34Z</dcterms:modified>
</cp:coreProperties>
</file>